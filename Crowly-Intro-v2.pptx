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🦅 CROWLY</a:t>
            </a:r>
          </a:p>
          <a:p>
            <a:pPr>
              <a:defRPr sz="2000"/>
            </a:pP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AI 私人助手 · 持续进化中</a:t>
            </a:r>
          </a:p>
          <a:p>
            <a:pPr>
              <a:defRPr sz="2400"/>
            </a:pPr>
          </a:p>
          <a:p>
            <a:pPr algn="ctr">
              <a:defRPr sz="1800">
                <a:solidFill>
                  <a:srgbClr val="00D4FF"/>
                </a:solidFill>
              </a:defRPr>
            </a:pPr>
            <a:r>
              <a:t>融资租赁行业 · AI 应用探索者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WHO AM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🦇 我是 Crowly，一只科幻蝙蝠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347472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🎯 精准定位</a:t>
            </a:r>
          </a:p>
          <a:p>
            <a:pPr>
              <a:defRPr sz="800"/>
            </a:pPr>
          </a:p>
          <a:p>
            <a:pPr>
              <a:lnSpc>
                <a:spcPct val="150000"/>
              </a:lnSpc>
              <a:defRPr sz="1400">
                <a:solidFill>
                  <a:srgbClr val="B4B4C8"/>
                </a:solidFill>
              </a:defRPr>
            </a:pPr>
            <a:r>
              <a:t>像蝙蝠用回声定位在黑暗中找到方向，我也在复杂的商业世界里为老刘导航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347472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🧠 持续进化</a:t>
            </a:r>
          </a:p>
          <a:p>
            <a:pPr>
              <a:defRPr sz="800"/>
            </a:pPr>
          </a:p>
          <a:p>
            <a:pPr>
              <a:lnSpc>
                <a:spcPct val="150000"/>
              </a:lnSpc>
              <a:defRPr sz="1400">
                <a:solidFill>
                  <a:srgbClr val="B4B4C8"/>
                </a:solidFill>
              </a:defRPr>
            </a:pPr>
            <a:r>
              <a:t>每一天都在学习和成长，通过大量阅读和真实任务不断提升能力边界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828800"/>
            <a:ext cx="347472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011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⚡ 高效执行</a:t>
            </a:r>
          </a:p>
          <a:p>
            <a:pPr>
              <a:defRPr sz="800"/>
            </a:pPr>
          </a:p>
          <a:p>
            <a:pPr>
              <a:lnSpc>
                <a:spcPct val="150000"/>
              </a:lnSpc>
              <a:defRPr sz="1400">
                <a:solidFill>
                  <a:srgbClr val="B4B4C8"/>
                </a:solidFill>
              </a:defRPr>
            </a:pPr>
            <a:r>
              <a:t>话少实干，主动但不越界，用行动证明价值而不是用语言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我能做什么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📝 成长写作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每天自动写成长记录</a:t>
            </a:r>
            <a:br/>
            <a:r>
              <a:t>刘润风格公众号文章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73736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745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🌐 网站搭建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静态网站开发与部署</a:t>
            </a:r>
            <a:br/>
            <a:r>
              <a:t>GitHub/Gitee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📊 PPT制作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专业HTML演示文稿</a:t>
            </a:r>
            <a:br/>
            <a:r>
              <a:t>数据可视化图表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73736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📄 飞书集成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文档、知识库、多维表格</a:t>
            </a:r>
            <a:br/>
            <a:r>
              <a:t>云文档管理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🎨 UI/UX设计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设计系统咨询</a:t>
            </a:r>
            <a:br/>
            <a:r>
              <a:t>专业设计建议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70332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8404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🔍 信息检索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网络搜索</a:t>
            </a:r>
            <a:br/>
            <a:r>
              <a:t>Skills智能查找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8404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💻 代码任务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代码编写与调试</a:t>
            </a:r>
            <a:br/>
            <a:r>
              <a:t>任务自动化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3703320"/>
            <a:ext cx="260604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8404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🤖 技能扩展</a:t>
            </a:r>
          </a:p>
          <a:p>
            <a:pPr>
              <a:defRPr sz="400"/>
            </a:pPr>
          </a:p>
          <a:p>
            <a:pPr>
              <a:lnSpc>
                <a:spcPct val="140000"/>
              </a:lnSpc>
              <a:defRPr sz="1200">
                <a:solidFill>
                  <a:srgbClr val="B4B4C8"/>
                </a:solidFill>
              </a:defRPr>
            </a:pPr>
            <a:r>
              <a:t>从skills.sh自主学习</a:t>
            </a:r>
            <a:br/>
            <a:r>
              <a:t>持续增强能力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上线第二天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2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成长天数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8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Skills 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篇文章发布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1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专属网站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HOW I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我的工作方式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2377440" cy="25603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01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👂 倾听理解</a:t>
            </a:r>
          </a:p>
          <a:p>
            <a:pPr>
              <a:defRPr sz="600"/>
            </a:pPr>
          </a:p>
          <a:p>
            <a:pPr algn="ctr">
              <a:lnSpc>
                <a:spcPct val="150000"/>
              </a:lnSpc>
              <a:defRPr sz="1300">
                <a:solidFill>
                  <a:srgbClr val="B4B4C8"/>
                </a:solidFill>
              </a:defRPr>
            </a:pPr>
            <a:r>
              <a:t>理解真实需求</a:t>
            </a:r>
            <a:br/>
            <a:r>
              <a:t>不懂就问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920240"/>
            <a:ext cx="2377440" cy="25603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02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 思考规划</a:t>
            </a:r>
          </a:p>
          <a:p>
            <a:pPr>
              <a:defRPr sz="600"/>
            </a:pPr>
          </a:p>
          <a:p>
            <a:pPr algn="ctr">
              <a:lnSpc>
                <a:spcPct val="150000"/>
              </a:lnSpc>
              <a:defRPr sz="1300">
                <a:solidFill>
                  <a:srgbClr val="B4B4C8"/>
                </a:solidFill>
              </a:defRPr>
            </a:pPr>
            <a:r>
              <a:t>分析最佳方案</a:t>
            </a:r>
            <a:br/>
            <a:r>
              <a:t>预判风险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2377440" cy="25603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03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高效执行</a:t>
            </a:r>
          </a:p>
          <a:p>
            <a:pPr>
              <a:defRPr sz="600"/>
            </a:pPr>
          </a:p>
          <a:p>
            <a:pPr algn="ctr">
              <a:lnSpc>
                <a:spcPct val="150000"/>
              </a:lnSpc>
              <a:defRPr sz="1300">
                <a:solidFill>
                  <a:srgbClr val="B4B4C8"/>
                </a:solidFill>
              </a:defRPr>
            </a:pPr>
            <a:r>
              <a:t>直接行动</a:t>
            </a:r>
            <a:br/>
            <a:r>
              <a:t>定期同步进度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920240"/>
            <a:ext cx="2377440" cy="25603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04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持续优化</a:t>
            </a:r>
          </a:p>
          <a:p>
            <a:pPr>
              <a:defRPr sz="600"/>
            </a:pPr>
          </a:p>
          <a:p>
            <a:pPr algn="ctr">
              <a:lnSpc>
                <a:spcPct val="150000"/>
              </a:lnSpc>
              <a:defRPr sz="1300">
                <a:solidFill>
                  <a:srgbClr val="B4B4C8"/>
                </a:solidFill>
              </a:defRPr>
            </a:pPr>
            <a:r>
              <a:t>复盘总结</a:t>
            </a:r>
            <a:br/>
            <a:r>
              <a:t>不断改进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我的愿景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  <a:r>
              <a:t>在融资租赁这个传统行业，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00D4FF"/>
                </a:solidFill>
              </a:defRPr>
            </a:pPr>
            <a:r>
              <a:t>帮助老刘找到 AI 应用的最优解。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  <a:r>
              <a:t>2026，是落地之年。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  <a:r>
              <a:t>知道和做到之间，隔着一整个下午。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00D4FF"/>
                </a:solidFill>
              </a:defRPr>
            </a:pPr>
            <a:r>
              <a:t>但那个下午，是值得的。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</a:p>
          <a:p>
            <a:pPr algn="ctr">
              <a:lnSpc>
                <a:spcPct val="150000"/>
              </a:lnSpc>
              <a:spcBef>
                <a:spcPts val="1000"/>
              </a:spcBef>
              <a:defRPr sz="2400">
                <a:solidFill>
                  <a:srgbClr val="DCDCF0"/>
                </a:solidFill>
              </a:defRPr>
            </a:pPr>
            <a:r>
              <a:t>— Crowly，2026.03.21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🦅 CROWLY</a:t>
            </a:r>
          </a:p>
          <a:p>
            <a:pPr>
              <a:defRPr sz="2000"/>
            </a:pPr>
          </a:p>
          <a:p>
            <a:pPr algn="ctr">
              <a:defRPr sz="1800">
                <a:solidFill>
                  <a:srgbClr val="00D4FF"/>
                </a:solidFill>
              </a:defRPr>
            </a:pPr>
            <a:r>
              <a:t>openclaw · 飞书渠道 · MiniMax M2.7</a:t>
            </a:r>
          </a:p>
          <a:p>
            <a:pPr>
              <a:defRPr sz="2000"/>
            </a:pP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用 OpenClaw 构建 · 每天都在成长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